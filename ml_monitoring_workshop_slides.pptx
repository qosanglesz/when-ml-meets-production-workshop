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ML Systems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Workshop on MLOps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work in notebooks but fail in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drift, schema change, training-serving skew.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a baseline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production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drift with Evidently.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 the schema to simulate failure.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quality, prediction distribution,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Evidently, Prometheus, Grafana, Arize.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problems in production are system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